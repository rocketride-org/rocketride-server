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-3444" y="-1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AD55-77F5-8D82-5CFF-A371E99BA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D6568-1589-23BC-CA5A-2CFDFBA7E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23F2-D9A3-9522-B4BF-342FFDAF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DC77-C6E5-E2C6-9B47-5EB44607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354C-2AD8-857A-C4FD-03C75496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9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04AC-119D-7345-A156-F7AE480A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0B8B6-DDD8-8523-2703-AC93CCBA9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4545-77F8-61DD-EDF5-672DC92C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040C2-7D79-05D6-CE9F-259B3D3C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231CB-9923-E10C-3AE7-7BB27AD7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2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0D27-13D2-7954-3442-39F37B32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7129F-1A2D-D7BE-41D5-D35E194C9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A60DA-B05F-2BAA-A910-F23C9F2E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E1B87-54C9-2C9C-DD4D-CCB6A567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2AC70-11E2-C801-D191-42483779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5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377A-8396-A428-BCA6-0E922BEC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B292-3956-93F4-C151-9BB468BE9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68BC9-F9EE-CDB9-E684-A290F220B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27DBF-490B-F368-3039-4070E086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12894-EBFF-1B2A-9F6C-3934FCAB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31C27-4915-1556-87C3-B6B65374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6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0B64-F42D-E887-2F38-4B294476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E2177-C445-07B6-A90F-49B9B5523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6C07C-289F-5530-4927-24BBBA605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AF735-EFAB-4466-3C67-9FDED376F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F69AA-82B9-86D7-E30D-48C821AFD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66DD5-D4FA-E107-4879-E1F813E2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E14235-0ED1-DE28-44D0-10A24E80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7164FC-7526-8CEF-1E31-C0F7B5F5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1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6247-B62A-6451-E391-6A006CF8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48EBE-062A-3F4F-3DBA-4E0347A4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DBC1F-DD80-9280-4626-0D1BFFD9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7043-3960-9EEC-3AA3-934D0529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7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D32F4-3981-BAB4-7EB6-FF8922F4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A7D7B-0411-05FD-B170-C2605030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B2E0C-8C51-287B-AC5E-F43605EC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1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B0CF7-C00E-1844-FBD6-75AF635A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B632-3322-9F61-F955-EB925DE68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2D199-9EA6-9D30-1720-95EC095F4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17A37-317D-7244-BA3C-7A03D789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C9A8B-78E6-E910-F6A3-88D7A5C5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3BF64-38AD-8CFD-8AAD-82BB2E5D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7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AC29-4974-E67B-672B-85FA18D0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FA9A5-DE8F-A48A-CD5A-17B65A2F7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FCCB5-39ED-E573-BEF6-D226BEFF7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B35D6-A776-C868-6DC8-E54F1B49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E9E6D-ACCF-1FDD-D3AA-ADA0658F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DD115-A4B4-51A9-C517-96884213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16AE-1FE5-41CA-2508-6AC4F9EA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F0836-6116-C952-CD67-B5776C058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EF304-1E64-64E8-BADA-5EA39117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B0B13-1302-0F3E-0E4D-B92E5226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A66E-8455-14B4-2314-4A1AF228D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6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E250F-0F20-225F-25FF-5FAD753E4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59C3D-99EC-4B14-C4EE-A780869FC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B6074-338A-B0DE-629E-A60CE4FD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C7DCD-ED1A-496E-AB43-BAC0B9D6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400D1-C4FC-8E78-8687-26E42A50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4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B8F29-3A0D-0DDD-BC01-450F3E0C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2455A-B454-7088-CA9F-283377814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C9AAF-7BDF-73D6-E56F-A709402B8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F2E08-4C1A-4630-A744-B8B4672A6711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B5CE5-C320-493A-4E4F-8618111B5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6A419-BA1D-ADB7-78F3-2E882DDD2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88D85-AE74-4033-8FCE-469EAC41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7FF6-2104-A02C-B792-53F90601C1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presentation </a:t>
            </a:r>
            <a:br>
              <a:rPr lang="en-US" dirty="0"/>
            </a:br>
            <a:r>
              <a:rPr lang="en-US" dirty="0"/>
              <a:t>with 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0F962-E5F6-7122-9D60-B6AB5A591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Number Song _ No Music _ Vocal">
            <a:hlinkClick r:id="" action="ppaction://media"/>
            <a:extLst>
              <a:ext uri="{FF2B5EF4-FFF2-40B4-BE49-F238E27FC236}">
                <a16:creationId xmlns:a16="http://schemas.microsoft.com/office/drawing/2014/main" id="{60AD78D4-2B50-AD73-1512-A1CB362792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73838" y="4332288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7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4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Sample presentation  with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Sclearuc</dc:creator>
  <cp:lastModifiedBy>Alexandru Sclearuc</cp:lastModifiedBy>
  <cp:revision>1</cp:revision>
  <dcterms:created xsi:type="dcterms:W3CDTF">2026-06-30T13:18:35Z</dcterms:created>
  <dcterms:modified xsi:type="dcterms:W3CDTF">2026-06-30T13:19:19Z</dcterms:modified>
</cp:coreProperties>
</file>